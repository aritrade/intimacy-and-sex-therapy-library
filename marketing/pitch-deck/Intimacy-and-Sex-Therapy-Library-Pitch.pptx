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6A4B"/>
                </a:solidFill>
                <a:latin typeface="Helvetica Neue"/>
              </a:rPr>
              <a:t>AN EVIDENCE-GROUNDED, CLINICIAN-CURATED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14100E"/>
                </a:solidFill>
                <a:latin typeface="Georgia"/>
              </a:rPr>
              <a:t>Intimacy &amp; Sex Therapy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A non-monetised, India-focused reference library that turns</a:t>
            </a:r>
          </a:p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peer-reviewed sex-therapy research into plain language adults</a:t>
            </a:r>
          </a:p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and their clinicians can actually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intimacy-and-sex-therapy-library.vercel.app  ·  Built 2026  ·  Pitch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4100E"/>
                </a:solidFill>
                <a:latin typeface="Georgia"/>
              </a:rPr>
              <a:t>Adults in India can't get accurate sex-health information</a:t>
            </a:r>
          </a:p>
          <a:p>
            <a:pPr algn="l"/>
            <a:r>
              <a:rPr sz="3400" b="1">
                <a:solidFill>
                  <a:srgbClr val="14100E"/>
                </a:solidFill>
                <a:latin typeface="Georgia"/>
              </a:rPr>
              <a:t>from the people who are supposed to provide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82%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Indian medical graduates report receiving &lt; 4 hours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sex-education training across all of medical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Indian J Psychiatry, 2019 cross-sectional study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70%+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urban Indian couples surveyed by Durex (2017) reported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sexual concerns they had never raised with any clinician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Durex Global Sex Survey, India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3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3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3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AASECT-certified sex therapists in all of India (population: 1.4B),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vs. ~2,800 in the US (population: 330M)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3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AASECT public directory,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7736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₹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is what most existing resources actually cost — but they sit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behind paywalls, are written in clinical jargon, or come from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shame-driven cultural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Observation from the 2025 competitive landscape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Three secular shifts make this the moment.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43200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Cultural permission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65176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Indian urban audiences (24-45) now consume sex-positive content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in English on YouTube and Instagram at scale — and demand sources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they can verify against research, not influencers.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31920"/>
            <a:ext cx="274320" cy="274320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LLM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8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Plain-language summarisation that cost ₹ 5,000 / paper in 2022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now costs &lt;₹ 5 / paper with open-source 70B models on Groq.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A clinician's worth of writing is suddenly automatable for cents.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5120640"/>
            <a:ext cx="274320" cy="274320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Platform tolerance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02920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Meta and YouTube have moved toward allowing clinician-authored,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non-sexualised sex-health content. Reach is still throttled — but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well-credentialed, citation-heavy material is no longer auto-banned.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100E"/>
                </a:solidFill>
                <a:latin typeface="Georgia"/>
              </a:rPr>
              <a:t>An autonomous content engine + a clinician-curated catalog.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Three nightly agents (PubMed,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Crossref, Open Library) propose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new evidence-grounded resources;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clinicians approve in one click.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11880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LLMs draft explainers using a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brand + clinical + marketing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playbook, then self-critique and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rewrite until quality thresholds 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39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39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Two-stage human gate: a sex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therapist signs off clinically; an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editor signs off editorially. No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auto-publish, ever.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72599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14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599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Renders to YouTube / Instagram /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Facebook Reels with consistent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voice + portrait; metrics fed back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into the writing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100E"/>
                </a:solidFill>
                <a:latin typeface="Georgia"/>
              </a:rPr>
              <a:t>End-to-end pipeline, fully automated except the two human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517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6517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Nightly agent scans PubMed + Crossref + Open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00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20040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Groq Llama-3-70B writes a clinical, brand-aware 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490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Critique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7490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LLM grades its own work on 4 axes; rewrites if any fall below 7/10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79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97679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9767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Sex therapist + editor approve via /admin/queue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8463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463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Remotion on GitHub Actions: stock photos + Edge TTS + captions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94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Publish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3949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Human clicks publish; we post to IG / YT / FB with retry +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599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943599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Measure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594359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Weekly poll pulls views, likes, follower deltas; feeds /admin/analytics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100E"/>
                </a:solidFill>
                <a:latin typeface="Georgia"/>
              </a:rPr>
              <a:t>Mac-free. Workstation-free. Serverless-first, with one escape hatch.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77063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App +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Next.js 14 on Vercel (Mumbai region)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13639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75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Neon Postgres + Drizzle ORM + Drizzle migrations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0215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83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Auth.js v5 (magic link + Google OAuth) + role-based gates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49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749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Groq Llama-3-70B (primary) → Anthropic Claude Sonnet (fallback)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3367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Voice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Microsoft Edge TTS (en-US-JennyNeural, no API key required)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59943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80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480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Remotion + FFmpeg on GitHub Actions runners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6519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846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846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Vercel Blob (Mumbai edge cache) — no local FS dependencies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33095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212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Schedules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212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3 Vercel crons (daily) + 4 GitHub Actions workflows (hourly/nightly)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69671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77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Publishing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5778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Meta Graph API v22 (IG / FB Reels) + YouTube Data API v3 OAuth2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606247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9436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Observability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943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Audit log (PII-scrubbed) + Plausible + Vercel Web Analytics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Big TAM, near-zero credible supply.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₹ 11,200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Indian online wellness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Statista 2024, projected ₹ 21,000 Cr by 2028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280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English-literate urban Indians 18-45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MoSPI 2023 enumeration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39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85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39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Indian couples in the prime sexual-concern</a:t>
            </a:r>
          </a:p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cohort (married, 25-45)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Census + NFHS-5 cross-tab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599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12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AASECT-aligned content seekers globally</a:t>
            </a:r>
          </a:p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 English-speaking diaspora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599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Google Trends + YouTube Studio benchmarks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100E"/>
                </a:solidFill>
                <a:latin typeface="Georgia"/>
              </a:rPr>
              <a:t>Each existing option fails on at least one of: clinical, local, or free.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Healthify / Practo blogs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852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Local,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8892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Not clinician-authored;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SEO-driven, not evidence-driven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37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Mayo Clinic / Cleveland Clinic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472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Clinical, 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38328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US-centric framing; pricing,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insurance, and norms don't transfer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Esther Perel / Emily Nagoski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0416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Clinical, English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9776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Behind paywalls + courses;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not India-contextualised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36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Reddit / influencer YouTube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636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Local,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7200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Variable accuracy; no review;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shame-spiral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DEC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303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6A4B"/>
                </a:solidFill>
                <a:latin typeface="Helvetica Neue"/>
              </a:rPr>
              <a:t>Clinical + Local +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16636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Citation-backed, AASECT-aligned,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India-context, plain-language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WHAT'S BUILT (TODAY)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A working v1 in production, not slideware.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7249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15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Live web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intimacy-and-sex-therapy-library.vercel.app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821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729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1089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100+ clinician-vetted resources, allowlist-restricted to 49 tier-1/2 sources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6393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5661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AI surfaces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5661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Sahay (RAG chat) + Companion (longer-form) + Decide (assessment flow)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0965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023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Autonomous content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0233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Daily script gen + render + multi-platform publish + metrics poll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537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445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480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Admin console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4805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/admin/queue, /admin/analytics, /admin/feedback, /admin/subscribers, /admin/users, /admin/proposals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0109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937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Role + permission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9377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viewer / clinician / editor / admin with invite-by-email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4681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589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394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Quality gates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3949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Adversarial eval harness + Lighthouse a11y CI on every PR</a:t>
            </a:r>
          </a:p>
        </p:txBody>
      </p:sp>
      <p:sp>
        <p:nvSpPr>
          <p:cNvPr id="33" name="Oval 32"/>
          <p:cNvSpPr/>
          <p:nvPr/>
        </p:nvSpPr>
        <p:spPr>
          <a:xfrm>
            <a:off x="640080" y="59253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916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8521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Channels live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8521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YouTube @IntimacySexTherapyLibrary  ·  Instagram  ·  Facebook page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Marginal cost of one new explainer: under ₹ 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LLM draft + critique (Groq Llama-3-70B)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6517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1.20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651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8k input + 2k output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Edge TTS narration (free)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1089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108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Microsoft Edge TTS via public endpoint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Stock images (Pexels + Pixabay free 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661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5661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Allowlist-restricted to clinically appropriate stock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Remotion render (GitHub Actions free tier)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023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~3 min compute / item, 2,000 free min/month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Vercel Blob (Mumbai edge cache)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805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1.80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20 MB per long-form video, 6 GB free 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Meta + YouTube publish APIs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Both free for the volumes we operate 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Total marginal cost / explainer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949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C96A4B"/>
                </a:solidFill>
                <a:latin typeface="Helvetica Neue"/>
              </a:rPr>
              <a:t>₹ 3.00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5394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Compare to ₹ 5,000-15,000 for a freelance clinician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100E"/>
                </a:solidFill>
                <a:latin typeface="Georgia"/>
              </a:rPr>
              <a:t>Three horizons, all building on what's already shipped.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Q3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Stabilise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Newsletter (Buttondown live) → first 1k subs.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Multilingual: Hindi + Tamil + Bengali via NLLB-200.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Clinician marketplace MVP — book directly through the catalog.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Q4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Grow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AASECT and ISSWSH content partnerships.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Mobile-first Companion app on Android (TWA shell, same backend).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Anonymous group-therapy waiting rooms inside the platform.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Q1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Monetise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Clinician subscription (₹ 999 / mo) for patient-share kits.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B2B licensing to insurers and EAP providers.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Sponsored research summaries (clearly labelled, never paid placements).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TEAM + ADVISORS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100E"/>
                </a:solidFill>
                <a:latin typeface="Georgia"/>
              </a:rPr>
              <a:t>Product-led founder, clinician-gated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Founder /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Aritra De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Product + full-stack engineer.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Built the engine; runs operations.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Final call on architecture and brand.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1772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Clinical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Engages credentialed sex therapists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(AASECT-aligned standards) for every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published explainer. The library does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not publish unreviewed material.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Editorial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Second-stage human gate before any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post goes live: factual accuracy,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tone, India-context, links sanity-checked.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Never auto-published.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4100E"/>
                </a:solidFill>
                <a:latin typeface="Georgia"/>
              </a:rPr>
              <a:t>We're not asking for capital today.</a:t>
            </a:r>
          </a:p>
          <a:p>
            <a:pPr algn="l"/>
            <a:r>
              <a:rPr sz="3000" b="1">
                <a:solidFill>
                  <a:srgbClr val="14100E"/>
                </a:solidFill>
                <a:latin typeface="Georgia"/>
              </a:rPr>
              <a:t>We're asking for two things money can't buy: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01 — Clinical advisors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Sex therapists, OB-GYNs, andrologists, couples therapists.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Sign two explainers a month, get co-authorship credit and a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permanent link to your practice from every page you 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02 — Distribution partnerships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AASECT, ISSWSH, Indian medical colleges, and EAP providers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who want a credible asset to give patients between sessions.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Co-branding is on the table; revenue isn't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E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14100E"/>
                </a:solidFill>
                <a:latin typeface="Georgia"/>
              </a:rPr>
              <a:t>Adults in India deserve</a:t>
            </a:r>
          </a:p>
          <a:p>
            <a:pPr algn="ctr"/>
            <a:r>
              <a:rPr sz="4200" b="1">
                <a:solidFill>
                  <a:srgbClr val="14100E"/>
                </a:solidFill>
                <a:latin typeface="Georgia"/>
              </a:rPr>
              <a:t>better sex-health information.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3A332E"/>
                </a:solidFill>
                <a:latin typeface="Georgia"/>
              </a:rPr>
              <a:t>We're already shipping it. Let's make it reach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6A4B"/>
                </a:solidFill>
                <a:latin typeface="Helvetica Neue"/>
              </a:rPr>
              <a:t>intimacy-and-sex-therapy-library.vercel.app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C847F"/>
                </a:solidFill>
                <a:latin typeface="Helvetica Neue"/>
              </a:rPr>
              <a:t>Pitch contact: aritrajob79@gmail.com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